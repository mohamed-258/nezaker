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Neuroanatomy 01 - Brainstem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Medulla oblongata and cranial nerves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Pons and Midbrain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Cerebellar peduncles and fourth ventricle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